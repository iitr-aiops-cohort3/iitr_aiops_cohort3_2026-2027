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2" d="100"/>
          <a:sy n="92" d="100"/>
        </p:scale>
        <p:origin x="33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DEDF9-8DA2-A76C-F1DB-5441787B3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D6496-EDA5-0468-17EB-9A45D5E9F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FF697-2747-8F93-3971-C4608204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36D25-2F53-4EE5-89F4-81FE549D6CB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C1AF7-95E2-A4AD-A181-199E97C49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B5B45-C8F0-E840-A4BA-BA79B6174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A417-18E6-4A02-AE67-704E2D734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322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F181-BEFE-4360-3C35-1A3E77E8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713AE-66D5-D0B6-2D21-C5F44FAD4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09CF6-1F6E-994A-C104-F44DEFF5D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36D25-2F53-4EE5-89F4-81FE549D6CB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8DCA8-2BA8-550A-995E-4C418A855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3F0EC-9972-5764-FD60-39646A627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A417-18E6-4A02-AE67-704E2D734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199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8667D-4DA0-6ADA-0F72-FAA050A63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80639-EA10-8F08-CF88-EDD5F4E8F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4B102-E674-95EA-1725-C09AFA991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36D25-2F53-4EE5-89F4-81FE549D6CB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A9174-71EE-AC70-7FA3-6EC64E7C7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6D586-5306-038C-6567-C9C96AB4A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A417-18E6-4A02-AE67-704E2D734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060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CB0F-D961-A7C9-5CBF-0CBD843A1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07F88-3814-5F0E-0E54-EF00571A4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AC38C7-2303-938B-C208-CC843E09A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BF9B2-0387-6D9E-3D4C-9F95D458E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36D25-2F53-4EE5-89F4-81FE549D6CB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661D9-6FFE-994E-4B01-1F821CAD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556A2-F739-5EB5-49D6-57D4114A7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A417-18E6-4A02-AE67-704E2D734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525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1BCF-6C34-5A54-E773-231C6E2A7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758D9-540B-2C8A-7863-1265300C6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71610-2D0F-8AF9-C285-EBBE5CC56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290020-65FD-5844-EA7B-17D97BD29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67E4F7-F843-75B0-0CFE-5EB00FC77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8ACB17-A3D0-8995-11C5-3140D1F4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36D25-2F53-4EE5-89F4-81FE549D6CB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90D962-3766-E552-1AF0-829CE458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EE57D2-29EF-AFF5-4C68-8FB08C49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A417-18E6-4A02-AE67-704E2D734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775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D385-621B-873C-3C63-FBD26099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12A5A-90F6-F726-A5B7-43E8C6A08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36D25-2F53-4EE5-89F4-81FE549D6CB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B73A4-7D62-84F7-3511-FE3B78E59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219AC-4AE9-B045-FFD3-794BE30F5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A417-18E6-4A02-AE67-704E2D734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0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7CF0E0-9D74-5FF6-B5E9-A42588F95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36D25-2F53-4EE5-89F4-81FE549D6CB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44868F-A729-4887-A4E2-62E1DE7D3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CD43F-273F-6EEA-D920-AADC1BE8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A417-18E6-4A02-AE67-704E2D734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61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8F355-5E45-F61B-FF7F-11E64646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C4938-6F3F-CF1B-C35B-DDE5ED250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E5B6F-2D6B-339A-32C0-B765BFEDE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927F3-74F5-557C-73B9-FBB365C8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36D25-2F53-4EE5-89F4-81FE549D6CB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0E65A-09AF-4B50-E875-36DFF632D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0E42E-07A7-D1C2-49CB-0DF43266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A417-18E6-4A02-AE67-704E2D734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001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4978A-1367-CC70-8B87-C407F7B37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F8BD6-9041-6A93-AACD-369A364E2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787C2-2A48-5A35-CC28-31A833CCF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B59BB-C7E9-609A-126C-BA2A9018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36D25-2F53-4EE5-89F4-81FE549D6CB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DACBE-1BCD-D743-361B-4A1CA148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57CFF-6FB9-31B3-D7CB-8E931094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A417-18E6-4A02-AE67-704E2D734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99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369B-E179-E070-5592-ADA9C89AD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69F5CE-EA15-3A88-CDA0-C8AA4206B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45417-0391-8C3D-A9DC-67414ADD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36D25-2F53-4EE5-89F4-81FE549D6CB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2F83A-2636-FD20-8FF0-6A8E906F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273E3-B16C-C89C-DF6D-BD5211F0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A417-18E6-4A02-AE67-704E2D734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692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F4BF5-C7A2-0B9F-48FB-A44993DAB6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86528-6850-F8A9-08ED-A0F0F30A1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0320A-C4CC-6A78-CA4A-3B8C57268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36D25-2F53-4EE5-89F4-81FE549D6CB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E2316-E9EC-9ACD-3900-51952E2A4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A2059-17FD-903C-EA70-CA6F2151A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EA417-18E6-4A02-AE67-704E2D734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413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73A077-37CA-E7CC-81B6-D1A335261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0A7ED-DAF1-B34A-530C-D0B445803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B1C6F-BE0B-D0BC-DA08-2D33273D6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36D25-2F53-4EE5-89F4-81FE549D6CB5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C9052-B1E2-77A8-9B98-4E1EE2B94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B1D52-7463-CFF4-8050-9F58B00A8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EA417-18E6-4A02-AE67-704E2D734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560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E659C-DF09-EFFD-F09F-AD96262040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7D6E3-7EFF-26CF-051A-7A25F44007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7441D1-20FD-983D-289C-346939FF2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502" y="0"/>
            <a:ext cx="12344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128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7228-40F6-FC36-9B1B-1AD00EBAE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20C29-BC2D-FBDD-5B8F-9333DB19E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FC0A2-EC1E-D329-7E07-BB526A88C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185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23B8F-FD3D-24D9-3FA0-EF591843A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1149F-5C0E-C295-458E-C4F29EC67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D9D35D-2663-5ED3-BED2-2E18EAD9B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62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B8994-71A2-54B0-C6B6-C9CF69892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A096E-1F57-523F-6D9E-56224F069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D189BB-2701-9883-09A7-5AA0E02B2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10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70A93-60F1-5C50-EB30-1E60F2345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A05B4-2337-73CA-420A-6E21B1F31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71476-92BF-0744-B2C7-7A70C42D8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AD66-34F5-9F62-17B7-B1159E1E6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6D0A1-BD08-13D7-3834-9A4FF3323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DA1AD-B3CF-B8F2-FD0A-7F1E94904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681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EF1E-9B73-5AC6-9684-0149422D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DCD5D-FCBC-E13E-CA4F-F5C128987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0BFB39-E95C-EC21-2975-AC79A9FC7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38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13068-8283-5BFD-4B80-17EDD0956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1BAC9-067B-B05A-6966-E91FF78E7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ED1120-CA4C-CD53-320A-C6E98069F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80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4D80F-F197-3B7E-2F98-38A0D5029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98363-ABF2-0079-8C5E-1DFB04406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8158E8-F670-348B-8CF4-4E7CA9EAB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E95512-1FB1-719C-5D18-1A4E7715E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841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D4127-F432-0832-180D-125113AA3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D2A29-9261-EF6A-F243-392DD28A2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769AAA-329B-CC82-8241-1E49FC8E2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63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7BE16-B64F-147F-EB43-EE8EEDCCA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90D2B-4B7B-7FC6-796B-FA041CA54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154C9E-290E-7750-4D36-2306AAEB0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18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57522-A54C-C85E-F6EE-AE7A4FCBF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DD1CF-7888-83BE-8D7C-1FB85A99C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4E1915-A84F-8299-B98E-DE47E9AA4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264853-6D25-7290-29E4-23E54D523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803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0D450-1CEB-EB3C-AAE9-4E2D5D1F8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3A22C-4D82-38C0-968C-D893D72E3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97A3A-21C6-642E-CE78-E80D3261F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409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BA463-9C5D-3830-8061-06BADF39D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A5324-6045-3CEF-5AFC-BBAC06862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EB28C-D34D-74B6-3E3D-0B4AEFF26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45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978DD-EE33-97D8-C3C2-5E1E745BE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2F3AF-D443-9A6C-E0EF-655954F97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9DB8A9-C44A-9EED-60BB-AE48240A0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09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E534E-BBEC-A0EE-0673-BAD4BEF1C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501A8-2A2A-8A6E-0BDB-B92287FA2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1264C-57BF-0D15-7DE3-F94A3D249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80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3D15-6AEE-17AF-812F-F4319801F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1F5D1-7C7D-BBE4-305F-3FB1CA73A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FC7CE-31B5-FE4D-370A-9D4EB6934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776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BE450-FC74-3B78-E3D4-96288838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53923-6B83-DF06-8997-8A63CDE8B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EEC4EA-3C48-62A6-2321-30E0A7BD5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CE852C-C92C-CB09-711E-F1B9CE2FD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75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D3DC-3069-9308-A1DA-1A0B2E62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65B6E-8609-4BE4-6534-9F31F3509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8F6BF-90E8-D2D0-97B6-5584CA14A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87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31A8-D09E-0A05-2944-F5050DEEA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C9E39-F31D-F63F-BFB9-46B48436B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FA7163-20CA-B073-6FC1-A602FA622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02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E47A1-4CEC-E273-52F4-E7A3BCB64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BB3AF-1641-C289-099B-101C8AF03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322C89-36C3-921A-CAB4-5D2B7A854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80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5CD20-2AAF-3380-5F45-6A3E62D1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4BC73-CE0C-0E81-C770-D5E5DAF3F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79DC17-95E1-DA67-97FA-E3E7099F6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620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CEB87-7C59-5345-B3E8-E3A20EA1B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3BED1-FB71-5275-B1B5-20741C244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0EF69B-166F-22F9-B30A-C66F1CC91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116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34C8-8DDC-4FE0-035D-EE1A80F92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93EA5-BBB4-03F6-5E09-A2EDDB0D6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2C122F-3F51-EAD4-F3BF-39AF34E16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316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B45EB-A8C7-16E5-4041-F0D8641E9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E1B71-F753-2EA2-0C4F-7768686A8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0D187-2F82-05A5-3BED-C02C99FF4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11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C64E7-E691-23EC-F91B-46884FBB8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89273-7648-E4B7-3890-0B5F214C4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E6845E-9438-5028-E6CB-1FF31A67D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189" y="-31711"/>
            <a:ext cx="12251985" cy="68897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32125-D1D6-4221-2EC9-06B88553E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189" y="-43088"/>
            <a:ext cx="12232005" cy="690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980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 AYUSH</dc:creator>
  <cp:lastModifiedBy>ANISH AYUSH</cp:lastModifiedBy>
  <cp:revision>1</cp:revision>
  <dcterms:created xsi:type="dcterms:W3CDTF">2026-04-06T22:19:28Z</dcterms:created>
  <dcterms:modified xsi:type="dcterms:W3CDTF">2026-04-06T22:25:47Z</dcterms:modified>
</cp:coreProperties>
</file>